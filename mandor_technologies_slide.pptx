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AI BUILDER CUP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 in 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Enterprise Architecture: Shopfloor Edge IoT to Google Cloud Vertex AI &amp; Serverless Cloud 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14600" cy="4114800"/>
          </a:xfrm>
          <a:prstGeom prst="roundRect">
            <a:avLst>
              <a:gd name="adj" fmla="val 5455"/>
            </a:avLst>
          </a:prstGeom>
          <a:solidFill>
            <a:srgbClr val="161F3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PILLAR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Intelligence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21488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Google Vertex 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ML model orchestration &amp; tuning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Gemini 1.5 Pro &amp; Flash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vision QC &amp; root cause analysis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Agentic Tool Calling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closed-loop PLC action dispatch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1828800"/>
            <a:ext cx="2514600" cy="4114800"/>
          </a:xfrm>
          <a:prstGeom prst="roundRect">
            <a:avLst>
              <a:gd name="adj" fmla="val 5455"/>
            </a:avLst>
          </a:prstGeom>
          <a:solidFill>
            <a:srgbClr val="161F3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PILLAR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Compute &amp; CI/CD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2788920"/>
            <a:ext cx="21488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Google Cloud Run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94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container hosting with zero idle cost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Cloud Build &amp; Artifact Reg.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9476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CI/CD container pipeline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0" y="4800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Nginx Alpine &amp; Docker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9476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SPA serving &amp; static asset caching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1828800"/>
            <a:ext cx="2514600" cy="4114800"/>
          </a:xfrm>
          <a:prstGeom prst="roundRect">
            <a:avLst>
              <a:gd name="adj" fmla="val 5455"/>
            </a:avLst>
          </a:prstGeom>
          <a:solidFill>
            <a:srgbClr val="161F3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PILLAR 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&amp; Analytics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0" y="2788920"/>
            <a:ext cx="21488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Google Cloud Pub/Sub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14,800+ msg/sec telemetry ingestion queue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Google BigQuery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3796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analytical warehouse for OEE &amp; PDM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0" y="4800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Google Cloud Storage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3796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storage for CAD files &amp; defect evidence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61120" y="1828800"/>
            <a:ext cx="2514600" cy="4114800"/>
          </a:xfrm>
          <a:prstGeom prst="roundRect">
            <a:avLst>
              <a:gd name="adj" fmla="val 5455"/>
            </a:avLst>
          </a:prstGeom>
          <a:solidFill>
            <a:srgbClr val="161F3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2011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PILLAR 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Shopfloor Edge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144000" y="2788920"/>
            <a:ext cx="21488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0" y="2971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React 19 &amp; Vite PWA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811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touchscreen UI for rugged devices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144000" y="3886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MQTT &amp; Modbus TCP/IP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28116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PLC hardware register communication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144000" y="4800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RTSP &amp; YOLOv8 Vision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28116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camera edge inspection pipeline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1520" y="621792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MANDOR MES  •  AI-Powered Manufacturing Execution System  •  Google Cloud Run Live: mandor-app-1019031704866.europe-west1.run.app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Technologies to be Used in the Solution - MANDOR MES</dc:title>
  <dc:subject>PptxGenJS Presentation</dc:subject>
  <dc:creator>Mandor MES Team</dc:creator>
  <cp:lastModifiedBy>Mandor MES Team</cp:lastModifiedBy>
  <cp:revision>1</cp:revision>
  <dcterms:created xsi:type="dcterms:W3CDTF">2026-10-15T12:01:13Z</dcterms:created>
  <dcterms:modified xsi:type="dcterms:W3CDTF">2026-10-15T12:01:13Z</dcterms:modified>
</cp:coreProperties>
</file>