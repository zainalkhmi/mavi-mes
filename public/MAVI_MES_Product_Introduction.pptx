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6" r:id="rId3"/>
    <p:sldId id="267" r:id="rId4"/>
    <p:sldId id="268" r:id="rId5"/>
    <p:sldId id="269" r:id="rId6"/>
    <p:sldId id="270" r:id="rId7"/>
    <p:sldId id="272" r:id="rId8"/>
    <p:sldId id="27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9" d="100"/>
          <a:sy n="69" d="100"/>
        </p:scale>
        <p:origin x="540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7T05:53:21.95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30,'0'-4,"5"-3,10 1,9 1,9 1,4 2,0 1,-1 0,-2 1,-2 1,-1-1,-7 5,-11 2,-14-1,-10-1,-9-1,-6-2,2-1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7T05:53:24.47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27 346,'-1'0,"0"0,0 0,0-1,0 1,0-1,0 1,0 0,0-1,0 0,0 1,1-1,-1 1,0-1,0 0,1 0,-1 1,0-1,1 0,-1 0,1 0,-1 0,1 0,0 0,-1 0,1 0,0 0,-1-1,-5-30,6 29,0-11,0 1,1 0,0 0,1 0,1 0,0 0,1 1,6-14,9-37,-17 50,9-32,-10 42,0 0,0 0,1 0,-1 0,1 0,0 0,-1 0,1 1,1-1,3-3,-5 5,0 1,0-1,0 1,0-1,0 1,0 0,0-1,0 1,0 0,0 0,0 0,0 0,0 0,0 0,1 0,-1 0,0 1,0-1,0 0,0 1,0-1,0 1,0-1,0 1,0-1,0 1,0 0,-1-1,1 1,0 0,0 0,-1-1,1 1,1 2,22 32,-24-34,15 28,-2 1,-2 1,11 40,-12-34,-8-33,-1 1,1 0,-1 0,-1 0,1 0,-1 7,0-11,0 0,0 0,0 0,0 0,-1-1,1 1,0 0,-1 0,1 0,-1-1,1 1,-1 0,1-1,-1 1,1 0,-1-1,0 1,1-1,-1 1,0-1,0 1,1-1,-1 1,0-1,0 0,0 1,0-1,1 0,-1 0,0 0,0 1,0-1,0 0,0 0,0-1,1 1,-1 0,0 0,0 0,0 0,0-1,-1 1,-14-4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7T05:53:28.79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32 40,'-12'240,"-2"-97,13-138,0-9,0-23,0-42,0-26,4-101,-3 195,0-1,0 0,0 1,0-1,1 0,-1 1,0-1,1 0,-1 1,1-1,0 1,0-1,0 1,-1-1,1 1,0 0,1-1,-1 1,0 0,0 0,0 0,2-1,-1 1,0 1,0-1,0 1,0 0,0-1,0 1,-1 0,1 0,0 1,0-1,0 0,0 1,0-1,0 1,-1-1,4 2,7 4,0 1,0 0,0 1,12 11,-17-14,15 12,51 44,-66-54,0 0,-1 0,0 1,0 0,-1 0,0 0,6 14,-2 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7T05:53:30.91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28 6,'0'-4,"-4"2,-8 7,0 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7T05:53:33.63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320 93,'-4'2,"0"-1,0 1,0 0,1 0,-1 0,0 0,1 1,-1 0,1-1,0 1,0 1,-4 4,1-3,-73 85,57-62,-2-1,-1-1,-38 32,61-56,0-1,0 0,0 1,-1-1,1 0,0 0,0 0,-4 0,5 0,0-1,1 0,-1 0,0 0,0 0,1 0,-1 0,0-1,0 1,1 0,-1 0,0 0,0-1,1 1,-1 0,0-1,1 1,-2-1,0-1,1 0,0 0,0 0,0 0,0 0,0 0,0-1,0 1,1 0,-1 0,1-1,-1 1,1 0,0 0,0-4,4-132,1 34,-5 99,0 0,0 1,1-1,-1 0,1 1,0-1,1 1,2-9,-2 11,-1-1,1 1,-1 0,1 0,0 1,0-1,0 0,0 0,0 1,0 0,0-1,1 1,-1 0,1 0,-1 0,0 0,1 0,3 0,28-4,-1 1,1 2,0 1,47 5,-60-2,39 9,-33-3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7T05:53:35.87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151 0,'-5'0,"-6"10,-6 12,-5 12,-4 6,-1-5,3-3,5-7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7T05:53:56.80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10,'1'-1,"0"0,0 0,0 0,-1 1,1-1,0 0,0 1,0-1,0 1,0-1,1 1,-1-1,0 1,0 0,0 0,0-1,0 1,1 0,-1 0,0 0,0 0,2 1,0 0,1 0,-1 1,0-1,0 1,0 0,4 3,-4-3,0 1,0-1,0 1,0 0,-1 0,1 0,-1 0,0 0,0 0,0 1,0-1,0 1,-1-1,1 1,0 4,0 3,-1-1,-1 1,1-1,-2 14,0-20,2-4,-1 0,0 0,0 1,0-1,0 0,0 0,0 0,0 1,0-1,0 0,0 0,0 1,0-1,0 0,0 0,0 0,0 1,0-1,0 0,-1 0,1 0,0 1,0-1,0 0,0 0,0 0,0 0,-1 1,1-1,0 0,0 0,0 0,-1 0,1 0,0 1,0-1,0 0,-1 0,1 0,0 0,0 0,0 0,-1 0,1 0,0 0,0 0,0 0,-1 0,1 0,0 0,0 0,-1 0,1 0,0 0,-14-14,-9-22,20 27,0 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7T05:53:57.40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8,'0'-1,"0"-2,0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7T05:53:57.74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30,'0'0</inkml:trace>
  <inkml:trace contextRef="#ctx0" brushRef="#br0" timeOffset="1">23 0,'0'0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7T05:53:58.88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7T05:53:59.22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7T05:53:59.55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7T05:54:01.77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65,'9'0,"-5"1,1-1,-1 0,0-1,0 1,0-1,8-1,-11 1,-1 1,1 0,-1 0,1-1,-1 1,1 0,-1-1,1 1,-1-1,0 1,1-1,-1 1,1 0,-1-1,0 0,0 1,1-1,-1 1,0-1,0 1,1-2,-1 1,0 0,0-1,0 1,-1-1,1 1,0-1,0 1,-1 0,1-1,-1 1,1 0,-2-3,0 2,1 0,0 0,-1 0,1 1,-1-1,0 0,1 1,-1-1,0 1,0 0,-3-2,-4-3,9 6,0 0,0 0,0 0,0 0,0 0,0 0,1 0,-1 0,0 0,0 0,0 0,0 0,0 0,0 0,0 0,0 0,0 0,0 0,0 0,0 0,0 0,1 0,-1 0,0 0,0 0,0 0,0 0,0 0,0 0,0 0,0 0,0 0,0 0,0 0,0 0,0 0,0 0,0 0,0 0,0-1,0 1,0 0,1 0,-1 0,0 0,0 0,0 0,0 0,0 0,0 0,0 0,0 0,0 0,0 0,0-1,0 1,0 0,-1 0,1 0,0 0,0 0,0 0,0 0,0 0,0 0,0 0,0 0,0 0,0 0,11-1,12 2,25 8,-27-4,38 3,127-4,-149-4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816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customXml" Target="../ink/ink6.xml"/><Relationship Id="rId18" Type="http://schemas.openxmlformats.org/officeDocument/2006/relationships/image" Target="../media/image15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12.png"/><Relationship Id="rId17" Type="http://schemas.openxmlformats.org/officeDocument/2006/relationships/customXml" Target="../ink/ink8.xml"/><Relationship Id="rId25" Type="http://schemas.openxmlformats.org/officeDocument/2006/relationships/image" Target="../media/image17.png"/><Relationship Id="rId2" Type="http://schemas.openxmlformats.org/officeDocument/2006/relationships/image" Target="../media/image7.png"/><Relationship Id="rId16" Type="http://schemas.openxmlformats.org/officeDocument/2006/relationships/image" Target="../media/image14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customXml" Target="../ink/ink5.xml"/><Relationship Id="rId24" Type="http://schemas.openxmlformats.org/officeDocument/2006/relationships/customXml" Target="../ink/ink13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2.xml"/><Relationship Id="rId10" Type="http://schemas.openxmlformats.org/officeDocument/2006/relationships/image" Target="../media/image11.png"/><Relationship Id="rId19" Type="http://schemas.openxmlformats.org/officeDocument/2006/relationships/customXml" Target="../ink/ink9.xml"/><Relationship Id="rId4" Type="http://schemas.openxmlformats.org/officeDocument/2006/relationships/image" Target="../media/image8.png"/><Relationship Id="rId9" Type="http://schemas.openxmlformats.org/officeDocument/2006/relationships/customXml" Target="../ink/ink4.xml"/><Relationship Id="rId14" Type="http://schemas.openxmlformats.org/officeDocument/2006/relationships/image" Target="../media/image13.png"/><Relationship Id="rId22" Type="http://schemas.openxmlformats.org/officeDocument/2006/relationships/customXml" Target="../ink/ink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0" y="9144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2563EB"/>
                </a:solidFill>
              </a:rPr>
              <a:t>⚙️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MAVI CORE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Execution System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Digitize Your Shop Floor Operations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No-Code App Builder • Real-Time Analytics • Multi-Table Database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Product Introduction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2289FC-5D58-44A1-A949-165B0B8BE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09" y="123027"/>
            <a:ext cx="11457173" cy="617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826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057E32-5A47-4100-931C-0B2A82ACB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828" y="497643"/>
            <a:ext cx="11091131" cy="608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419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B2DEBC-5D2F-406B-A47A-48AC4A416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44" y="182881"/>
            <a:ext cx="11236849" cy="637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795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3258C9-5B21-4DC3-AE05-62E0214FF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27" y="333955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65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8F6FDC-17FE-4A17-9B43-286B3A17F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04" y="135173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35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69F5A1-E63D-425A-9B55-16D45DF7D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71" y="251689"/>
            <a:ext cx="11464638" cy="651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616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BD7151-F5D5-4227-B4B0-BA72C8CB3E5F}"/>
              </a:ext>
            </a:extLst>
          </p:cNvPr>
          <p:cNvSpPr/>
          <p:nvPr/>
        </p:nvSpPr>
        <p:spPr>
          <a:xfrm>
            <a:off x="3784821" y="1908313"/>
            <a:ext cx="1526650" cy="27034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ED5509-89C4-4C81-B15F-F3E97334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48" y="0"/>
            <a:ext cx="10964504" cy="685800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AC1710EB-82A5-410D-8E06-12D3C5D6E788}"/>
              </a:ext>
            </a:extLst>
          </p:cNvPr>
          <p:cNvGrpSpPr/>
          <p:nvPr/>
        </p:nvGrpSpPr>
        <p:grpSpPr>
          <a:xfrm>
            <a:off x="4314200" y="3593400"/>
            <a:ext cx="215041" cy="185760"/>
            <a:chOff x="4314200" y="3593400"/>
            <a:chExt cx="215041" cy="18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A0DE161-6D57-4E7F-B08A-24C91DDB1E1B}"/>
                    </a:ext>
                  </a:extLst>
                </p14:cNvPr>
                <p14:cNvContentPartPr/>
                <p14:nvPr/>
              </p14:nvContentPartPr>
              <p14:xfrm>
                <a:off x="4327880" y="3636240"/>
                <a:ext cx="115920" cy="11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A0DE161-6D57-4E7F-B08A-24C91DDB1E1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319240" y="3627240"/>
                  <a:ext cx="1335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7A081F9-4AA3-4664-99B8-D39026070701}"/>
                    </a:ext>
                  </a:extLst>
                </p14:cNvPr>
                <p14:cNvContentPartPr/>
                <p14:nvPr/>
              </p14:nvContentPartPr>
              <p14:xfrm>
                <a:off x="4349120" y="3593400"/>
                <a:ext cx="78120" cy="124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7A081F9-4AA3-4664-99B8-D3902607070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340480" y="3584760"/>
                  <a:ext cx="957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E782F5D-EA6C-4739-9377-9D9A7AE22E79}"/>
                    </a:ext>
                  </a:extLst>
                </p14:cNvPr>
                <p14:cNvContentPartPr/>
                <p14:nvPr/>
              </p14:nvContentPartPr>
              <p14:xfrm>
                <a:off x="4367480" y="3602400"/>
                <a:ext cx="105120" cy="154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E782F5D-EA6C-4739-9377-9D9A7AE22E7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58840" y="3593400"/>
                  <a:ext cx="1227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7372610-ECF1-48B8-A49B-07EB1F6FE13F}"/>
                    </a:ext>
                  </a:extLst>
                </p14:cNvPr>
                <p14:cNvContentPartPr/>
                <p14:nvPr/>
              </p14:nvContentPartPr>
              <p14:xfrm>
                <a:off x="4419320" y="3665040"/>
                <a:ext cx="10440" cy="5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7372610-ECF1-48B8-A49B-07EB1F6FE13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410320" y="3656040"/>
                  <a:ext cx="280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B447454-13D4-4D00-B032-A1D81CAE0653}"/>
                    </a:ext>
                  </a:extLst>
                </p14:cNvPr>
                <p14:cNvContentPartPr/>
                <p14:nvPr/>
              </p14:nvContentPartPr>
              <p14:xfrm>
                <a:off x="4314200" y="3644160"/>
                <a:ext cx="139320" cy="135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B447454-13D4-4D00-B032-A1D81CAE065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305560" y="3635160"/>
                  <a:ext cx="1569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1F8DC76-D228-4C4C-9CE6-A7B8D5442996}"/>
                    </a:ext>
                  </a:extLst>
                </p14:cNvPr>
                <p14:cNvContentPartPr/>
                <p14:nvPr/>
              </p14:nvContentPartPr>
              <p14:xfrm>
                <a:off x="4364960" y="3677640"/>
                <a:ext cx="54360" cy="71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1F8DC76-D228-4C4C-9CE6-A7B8D544299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355960" y="3668640"/>
                  <a:ext cx="720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6A9B378-F9EB-41D4-9AF9-C7F290D1BE54}"/>
                    </a:ext>
                  </a:extLst>
                </p14:cNvPr>
                <p14:cNvContentPartPr/>
                <p14:nvPr/>
              </p14:nvContentPartPr>
              <p14:xfrm>
                <a:off x="4383081" y="3670241"/>
                <a:ext cx="33840" cy="52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6A9B378-F9EB-41D4-9AF9-C7F290D1BE5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374081" y="3661241"/>
                  <a:ext cx="514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1CF3924-0014-4BD4-BC5E-95CACD37D2BC}"/>
                    </a:ext>
                  </a:extLst>
                </p14:cNvPr>
                <p14:cNvContentPartPr/>
                <p14:nvPr/>
              </p14:nvContentPartPr>
              <p14:xfrm>
                <a:off x="4383081" y="3678881"/>
                <a:ext cx="360" cy="2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1CF3924-0014-4BD4-BC5E-95CACD37D2B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74081" y="3670241"/>
                  <a:ext cx="180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46A36F6-C52D-45D6-B288-27BEF0779728}"/>
                    </a:ext>
                  </a:extLst>
                </p14:cNvPr>
                <p14:cNvContentPartPr/>
                <p14:nvPr/>
              </p14:nvContentPartPr>
              <p14:xfrm>
                <a:off x="4385601" y="3654761"/>
                <a:ext cx="8640" cy="11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46A36F6-C52D-45D6-B288-27BEF077972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76961" y="3645761"/>
                  <a:ext cx="26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EC53298-19F6-4E5E-B815-AE921C094900}"/>
                    </a:ext>
                  </a:extLst>
                </p14:cNvPr>
                <p14:cNvContentPartPr/>
                <p14:nvPr/>
              </p14:nvContentPartPr>
              <p14:xfrm>
                <a:off x="4404681" y="3703001"/>
                <a:ext cx="360" cy="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EC53298-19F6-4E5E-B815-AE921C09490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95681" y="369436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4CEE0EE-B448-41BB-BBA5-02D7DF63DFDC}"/>
                    </a:ext>
                  </a:extLst>
                </p14:cNvPr>
                <p14:cNvContentPartPr/>
                <p14:nvPr/>
              </p14:nvContentPartPr>
              <p14:xfrm>
                <a:off x="4404681" y="3703001"/>
                <a:ext cx="360" cy="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4CEE0EE-B448-41BB-BBA5-02D7DF63DFD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95681" y="369436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D909271-225D-469A-B6D7-36C25735A96A}"/>
                    </a:ext>
                  </a:extLst>
                </p14:cNvPr>
                <p14:cNvContentPartPr/>
                <p14:nvPr/>
              </p14:nvContentPartPr>
              <p14:xfrm>
                <a:off x="4404681" y="3703001"/>
                <a:ext cx="360" cy="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D909271-225D-469A-B6D7-36C25735A96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95681" y="369436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DB749F7-B259-4FA9-8A78-4FD5B5ABB1E4}"/>
                    </a:ext>
                  </a:extLst>
                </p14:cNvPr>
                <p14:cNvContentPartPr/>
                <p14:nvPr/>
              </p14:nvContentPartPr>
              <p14:xfrm>
                <a:off x="4383081" y="3674561"/>
                <a:ext cx="146160" cy="23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DB749F7-B259-4FA9-8A78-4FD5B5ABB1E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74081" y="3665921"/>
                  <a:ext cx="163800" cy="41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21320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24</Words>
  <Application>Microsoft Office PowerPoint</Application>
  <PresentationFormat>Widescreen</PresentationFormat>
  <Paragraphs>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MAVI MES - Manufacturing Execution System</dc:title>
  <dc:subject>PptxGenJS Presentation</dc:subject>
  <dc:creator>MAVI Team</dc:creator>
  <cp:lastModifiedBy>ACER</cp:lastModifiedBy>
  <cp:revision>10</cp:revision>
  <dcterms:created xsi:type="dcterms:W3CDTF">2026-05-17T04:26:31Z</dcterms:created>
  <dcterms:modified xsi:type="dcterms:W3CDTF">2026-05-17T06:04:49Z</dcterms:modified>
</cp:coreProperties>
</file>