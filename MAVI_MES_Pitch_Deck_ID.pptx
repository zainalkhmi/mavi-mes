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914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2563EB"/>
                </a:solidFill>
              </a:rPr>
              <a:t>⚙️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MAVI MES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Eksekusi Manufaktur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Digitalisasi Operasi Pabrik Anda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Pembuat Aplikasi Tanpa Kode • Analitik Real-Time • Database Multi-Tabel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Pengenalan Produk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Berbasis Kertas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Pengumpulan data manual menyebabkan kesalahan, penundaan, dan tidak ada ketertelusuran di seluruh lini produksi.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4592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yang Terputus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kualitas, produksi, dan pemeliharaan menggunakan alat terpisah tanpa integrasi real-time.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4592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MES yang Mahal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MES tradisional memakan biaya sangat besar dan butuh berbulan-bulan untuk implementasi.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4592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Respon yang Lambat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4937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visibilitas real-time, insiden downtime tidak terdeteksi selama berjam-jam.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MAVI MES — Solusi Utama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Pembuat App Tanpa Kode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drag-and-drop untuk membuat aplikasi produksi dalam hitungan menit.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508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976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Lantai Pabrik Real-Time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Dasbor OEE langsung, pemantauan stasiun, dan peringatan Andon.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508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🗃️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3816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Multi-Tabel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2468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tertaut, rumus, dan query — seperti Airtable untuk manufaktur.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94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754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Hasilkan aplikasi, pemicu, dan analitik menggunakan bahasa alami.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65760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3794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29768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Seluler (PWA)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4754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Bekerja di tablet, ponsel, dan kios — online maupun offline.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65760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3794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13816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&amp; MQTT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Hubungkan timbangan, PLC, pemindai barcode, dan perangkat OBD2.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Pembuat Aplikasi Tanpa Kode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Bangun aplikasi garis depan tanpa menulis kode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Widget Tersedia: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✓ Input Teks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237744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✓ Pemindai Barcode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37744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✓ Input Angka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0" y="237744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✓ Pad Tanda Tangan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17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✓ Cek Lulus/Gagal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01752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3017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✓ Tabel Interaktif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301752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3017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✓ Tangkapan Gambar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0" y="301752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0" y="3017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✓ Widget Waktu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57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✓ Grup Radio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36576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657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✓ Tampilan Indikator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36576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657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✓ Grafik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86800" y="36576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8869680" y="3657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✓ Sensor IoT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Kemampuan Pembuat: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▸ Pembuat UI Drag &amp; Drop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4846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▸ Alur Kerja Multi-Langkah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4846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▸ Logika &amp; Pemicu Kondisional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0" y="4846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▸ Pengikatan Variabel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5303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▸ Pratinjau Mode Dev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0" y="5303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▸ Publikasi ke Lantai Pabrik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0" y="5303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▸ Pembuatan AI Copilot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6800" y="5303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▸ Dukungan Blok Kode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Galeri Template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Aplikasi siap pakai untuk produksi — instal dengan satu klik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0972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1965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Inspeksi Kualitas Masuk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20116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Kualitas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423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batas spek, pelacakan alat, penilaian otomatis dengan cek dimensi &amp; visual.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0972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429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⚖️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828800" y="34290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Timbang dan Distribusi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0" y="347472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Manufaktur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3886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Distribusi tingkat farmasi dengan verifikasi barcode, integrasi timbangan, alur multi-dosis.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10972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892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🏭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828800" y="4892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Produksi Lini Perakitan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772400" y="493776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4937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Produksi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5349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Mesin dengan tabel tertaut untuk pelacakan OEE &amp; KPI secara real-time.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Tertaut Multi-Tabel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Arsitektur data relasional — seperti Airtable, dibuat khusus untuk manufaktur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Catatan Tertaut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Hubungan One-to-Many, Many-to-One, Many-to-Many antar tabel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201168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0116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Kolom Rumus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Rumus mirip Excel: SUM, AVG, IF, ROUND dengan referensi sel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00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Mesin Kueri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Saring, urutkan, dan gabungkan catatan dengan kueri yang dapat dikonfigurasi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20040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200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Stempel Waktu Otomatis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657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Setiap catatan secara otomatis melacak created_at dan updated_at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891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Pemicu Otomatisasi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Picu kejadian saat BARIS_TABEL_DITAMBAHKAN, BARIS_TABEL_DIPERBARUI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438912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891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Sinkronisasi Real-time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846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Semua data tersimpan ke Supabase dengan sinkronisasi instan di seluruh stasiun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Lantai Pabrik &amp; Analitik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📍 Manajer Stasiun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Daftarkan stasiun kerja, tetapkan operator, lacak status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63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📊 Dasbor OEE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Efektivitas Peralatan Keseluruhan (OEE) secara real-time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🚨 Sistem Andon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Peringatan instan untuk penghentian lini, masalah kualitas, dan kekurangan material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74320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834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📈 Mesin Analitik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246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Grafik bawaan, analisis tersimpan, dan pembuat dasbor khusus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06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👤 Manajemen Pengguna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Peran Operator, Supervisor, Admin dengan izin tingkat stasiun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114800"/>
            <a:ext cx="53035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206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📋 Jejak Audit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4617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Pencatatan lengkap setiap tindakan untuk kepatuhan dan ketertelusuran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371600"/>
            <a:ext cx="914400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371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 (React + Vite)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1371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PWA • Responsif • Berkemampuan Offline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286000"/>
            <a:ext cx="9144000" cy="73152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2286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Mesin Pembuat Aplikasi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2286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Tanpa kode • AI Copilot • Pustaka Widget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200400"/>
            <a:ext cx="9144000" cy="731520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3200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Runtime (LiveTerminal)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3200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Mesin variabel • Sistem pemicu • Otomatisasi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4114800"/>
            <a:ext cx="9144000" cy="731520"/>
          </a:xfrm>
          <a:prstGeom prst="roundRect">
            <a:avLst>
              <a:gd name="adj" fmla="val 12500"/>
            </a:avLst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4114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 (Supabase)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4114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PostgreSQL • Real-time • Keamanan Tingkat Baris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5029200"/>
            <a:ext cx="9144000" cy="731520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5029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Lapisan IoT (MQTT)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5029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Timbangan • PLC • Pemindai Barcode • OBD2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057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2971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3886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Memilih MAVI MES?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71600"/>
            <a:ext cx="32004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1371600"/>
            <a:ext cx="36576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1371600"/>
            <a:ext cx="365760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13716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MAVI MES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0" y="13716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MES Tradisional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1920240"/>
            <a:ext cx="32004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0" y="1920240"/>
            <a:ext cx="3657600" cy="502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0" y="1920240"/>
            <a:ext cx="36576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20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Waktu Pengaturan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1920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Beberapa Jam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1920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6-12 Bulan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2468880"/>
            <a:ext cx="32004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0" y="2468880"/>
            <a:ext cx="365760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2468880"/>
            <a:ext cx="3657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468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Biaya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06240" y="2468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Rendah / Self-hosted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2468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Sangat Mahal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3017520"/>
            <a:ext cx="32004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0" y="3017520"/>
            <a:ext cx="3657600" cy="502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0" y="3017520"/>
            <a:ext cx="36576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0175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Kustomisasi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0" y="3017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Tanpa kode, instan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0" y="3017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Bergantung pada vendor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3566160"/>
            <a:ext cx="32004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114800" y="3566160"/>
            <a:ext cx="365760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0" y="3566160"/>
            <a:ext cx="3657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3566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Dukungan Seluler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06240" y="35661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PWA, semua perangkat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63840" y="35661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Hanya Desktop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4400" y="4114800"/>
            <a:ext cx="32004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4114800" y="4114800"/>
            <a:ext cx="3657600" cy="502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6" name="Shape 34"/>
          <p:cNvSpPr/>
          <p:nvPr/>
        </p:nvSpPr>
        <p:spPr>
          <a:xfrm>
            <a:off x="7772400" y="4114800"/>
            <a:ext cx="36576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840" y="4114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Integrasi AI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06240" y="41148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Copilot Bawaan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863840" y="41148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Tidak ada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14400" y="4663440"/>
            <a:ext cx="32004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114800" y="4663440"/>
            <a:ext cx="365760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0" y="4663440"/>
            <a:ext cx="3657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005840" y="4663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Database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206240" y="46634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Tabel multi-tertaut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863840" y="46634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Skema kaku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14400" y="5212080"/>
            <a:ext cx="32004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Shape 45"/>
          <p:cNvSpPr/>
          <p:nvPr/>
        </p:nvSpPr>
        <p:spPr>
          <a:xfrm>
            <a:off x="4114800" y="5212080"/>
            <a:ext cx="3657600" cy="502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8" name="Shape 46"/>
          <p:cNvSpPr/>
          <p:nvPr/>
        </p:nvSpPr>
        <p:spPr>
          <a:xfrm>
            <a:off x="7772400" y="5212080"/>
            <a:ext cx="36576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1005840" y="5212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Dukungan IoT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206240" y="5212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Asli MQTT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863840" y="5212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Integrasi khusus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Mendigitalisasi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Lantai Pabrik Anda?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</a:rPr>
              <a:t>MAVI MES — Dibangun untuk Manufaktur Modern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4389120"/>
            <a:ext cx="4572000" cy="731520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4389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Mulai Hari Ini 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Kontak: sales@mavi-mes.com  |  www.mavi-mes.com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MAVI MES - Sistem Eksekusi Manufaktur</dc:title>
  <dc:subject>PptxGenJS Presentation</dc:subject>
  <dc:creator>MAVI Team</dc:creator>
  <cp:lastModifiedBy>MAVI Team</cp:lastModifiedBy>
  <cp:revision>1</cp:revision>
  <dcterms:created xsi:type="dcterms:W3CDTF">2026-07-12T12:07:36Z</dcterms:created>
  <dcterms:modified xsi:type="dcterms:W3CDTF">2026-07-12T12:07:36Z</dcterms:modified>
</cp:coreProperties>
</file>