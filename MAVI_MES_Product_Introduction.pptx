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66" r:id="rId3"/>
    <p:sldId id="267" r:id="rId4"/>
    <p:sldId id="268" r:id="rId5"/>
    <p:sldId id="269" r:id="rId6"/>
    <p:sldId id="270" r:id="rId7"/>
    <p:sldId id="271" r:id="rId8"/>
    <p:sldId id="272" r:id="rId9"/>
    <p:sldId id="265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56" y="4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168166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0" y="91440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dirty="0">
                <a:solidFill>
                  <a:srgbClr val="2563EB"/>
                </a:solidFill>
              </a:rPr>
              <a:t>⚙️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MAVI CORE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Manufacturing Execution System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828800" y="38404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Digitize Your Shop Floor Operations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No-Code App Builder • Real-Time Analytics • Multi-Table Database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56692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</a:rPr>
              <a:t>Product Introduction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B2289FC-5D58-44A1-A949-165B0B8BED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509" y="123027"/>
            <a:ext cx="11457173" cy="6178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18263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E057E32-5A47-4100-931C-0B2A82ACB5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828" y="497643"/>
            <a:ext cx="11091131" cy="6086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84198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1B2DEBC-5D2F-406B-A47A-48AC4A4163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444" y="182881"/>
            <a:ext cx="11236849" cy="6376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87950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93258C9-5B21-4DC3-AE05-62E0214FF6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127" y="333955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1653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F8F6FDC-17FE-4A17-9B43-286B3A17F6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104" y="135173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00354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7D86FBF-6522-42A4-AB37-544FB2E243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645" y="381662"/>
            <a:ext cx="11434709" cy="6858000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3BD7151-F5D5-4227-B4B0-BA72C8CB3E5F}"/>
              </a:ext>
            </a:extLst>
          </p:cNvPr>
          <p:cNvSpPr/>
          <p:nvPr/>
        </p:nvSpPr>
        <p:spPr>
          <a:xfrm>
            <a:off x="3784821" y="1908313"/>
            <a:ext cx="1526650" cy="270344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4213205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26167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0" y="91440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dirty="0">
                <a:solidFill>
                  <a:srgbClr val="000000"/>
                </a:solidFill>
              </a:rPr>
              <a:t>🚀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to Digitize</a:t>
            </a:r>
            <a:endParaRPr lang="en-US" sz="4200" dirty="0"/>
          </a:p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Shop Floor?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914400" y="34747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2563EB"/>
                </a:solidFill>
              </a:rPr>
              <a:t>MAVI MES — Built for Modern Manufacturing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0" y="4389120"/>
            <a:ext cx="4572000" cy="731520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0" y="438912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Get Started Today →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14400" y="54864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</a:rPr>
              <a:t>Contact: sales@mavi-mes.com  |  www.mavi-mes.com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57</Words>
  <Application>Microsoft Office PowerPoint</Application>
  <PresentationFormat>Widescreen</PresentationFormat>
  <Paragraphs>14</Paragraphs>
  <Slides>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MAVI MES - Manufacturing Execution System</dc:title>
  <dc:subject>PptxGenJS Presentation</dc:subject>
  <dc:creator>MAVI Team</dc:creator>
  <cp:lastModifiedBy>ACER</cp:lastModifiedBy>
  <cp:revision>7</cp:revision>
  <dcterms:created xsi:type="dcterms:W3CDTF">2026-05-17T04:26:31Z</dcterms:created>
  <dcterms:modified xsi:type="dcterms:W3CDTF">2026-05-17T05:48:53Z</dcterms:modified>
</cp:coreProperties>
</file>