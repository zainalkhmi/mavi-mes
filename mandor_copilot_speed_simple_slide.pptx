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 EVALUATION • GOOGLE CLOUD AI BUILDER CUP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Creation Speed: Mandor AI Copilot vs Industry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months of traditional development to 45 seconds of natural language prompting with Google Gemini on Vertex AI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920240"/>
            <a:ext cx="2514600" cy="3474720"/>
          </a:xfrm>
          <a:prstGeom prst="roundRect">
            <a:avLst>
              <a:gd name="adj" fmla="val 5455"/>
            </a:avLst>
          </a:prstGeom>
          <a:solidFill>
            <a:srgbClr val="1E293B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14884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🏆 98% FASTER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914400" y="242316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MANDOR AI Copilot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78892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Gemini 1.5 on Vertex AI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914400" y="3154680"/>
            <a:ext cx="2148840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9184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 SECONDS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14400" y="3931920"/>
            <a:ext cx="2148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Cukup ketik prompt bahasa alami atau foto SOP fisik. Aplikasi langsung dibuat beserta logic &amp; database.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474720" y="1920240"/>
            <a:ext cx="2514600" cy="3474720"/>
          </a:xfrm>
          <a:prstGeom prst="roundRect">
            <a:avLst>
              <a:gd name="adj" fmla="val 5455"/>
            </a:avLst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0" y="214884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NO-CODE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657600" y="242316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Tulip Interfaces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657600" y="278892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Leader Frontline No-Code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0" y="3154680"/>
            <a:ext cx="2148840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0" y="329184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– 5 DAYS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657600" y="3931920"/>
            <a:ext cx="2148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Penyusunan widget drag-and-drop manual satu per satu, mapping variabel, dan routing trigger bertahap.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217920" y="1920240"/>
            <a:ext cx="2514600" cy="3474720"/>
          </a:xfrm>
          <a:prstGeom prst="roundRect">
            <a:avLst>
              <a:gd name="adj" fmla="val 5455"/>
            </a:avLst>
          </a:prstGeom>
          <a:solidFill>
            <a:srgbClr val="1E293B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214884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 REQUIRED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400800" y="242316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Siemens Mendix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00800" y="278892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Low-Code MES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400800" y="3154680"/>
            <a:ext cx="2148840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0" y="329184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– 6 WEEKS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400800" y="3931920"/>
            <a:ext cx="2148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Memerlukan engineer low-code tersertifikasi, integrasi arsitektur data, dan approval siklus rilis TI.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8961120" y="1920240"/>
            <a:ext cx="2514600" cy="3474720"/>
          </a:xfrm>
          <a:prstGeom prst="roundRect">
            <a:avLst>
              <a:gd name="adj" fmla="val 5455"/>
            </a:avLst>
          </a:prstGeom>
          <a:solidFill>
            <a:srgbClr val="1E293B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0" y="214884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EXPENSIVE &amp; SLOW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9144000" y="242316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IT Vendor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144000" y="278892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Coding (React / C# / Java)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9144000" y="3154680"/>
            <a:ext cx="2148840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1" name="Text 29"/>
          <p:cNvSpPr/>
          <p:nvPr/>
        </p:nvSpPr>
        <p:spPr>
          <a:xfrm>
            <a:off x="9144000" y="329184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– 4 MONTHS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9144000" y="3931920"/>
            <a:ext cx="2148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Koding manual penuh, biaya tinggi ($50K+), waktu tunggu antrian tim IT, dan sulit diubah saat ada revisi SOP.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731520" y="5577840"/>
            <a:ext cx="10744200" cy="777240"/>
          </a:xfrm>
          <a:prstGeom prst="roundRect">
            <a:avLst>
              <a:gd name="adj" fmla="val 11765"/>
            </a:avLst>
          </a:prstGeom>
          <a:solidFill>
            <a:srgbClr val="161F3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14400" y="577900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Instant Prototyping: Buat SOP, Checksheet, atau OEE Dashboard dalam &lt; 1 Menit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72000" y="577900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🧠 Powered by Gemini: 1M+ Context Window membaca manual PDF OEM menjadi app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229600" y="577900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 Zero Dependency: Pangkas biaya developer eksternal dan antrian IT hingga 95%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 Creation Speed Benchmark - Mandor AI Copilot</dc:title>
  <dc:subject>PptxGenJS Presentation</dc:subject>
  <dc:creator>Mandor MES</dc:creator>
  <cp:lastModifiedBy>Mandor MES</cp:lastModifiedBy>
  <cp:revision>1</cp:revision>
  <dcterms:created xsi:type="dcterms:W3CDTF">2026-10-15T12:38:38Z</dcterms:created>
  <dcterms:modified xsi:type="dcterms:W3CDTF">2026-10-15T12:38:38Z</dcterms:modified>
</cp:coreProperties>
</file>